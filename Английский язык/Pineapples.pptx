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6F40B-8607-FF4F-2290-886B28787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Pineapples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2D3EE5-1A31-142B-FF67-F952C51FC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Bardyshev</a:t>
            </a:r>
            <a:r>
              <a:rPr lang="en-US" dirty="0"/>
              <a:t> Artem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94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A6633-99C2-6FF4-D34D-E546D994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WiFi Pineapple Mark V: черный ящик для беспроводного перехвата / Хабр">
            <a:extLst>
              <a:ext uri="{FF2B5EF4-FFF2-40B4-BE49-F238E27FC236}">
                <a16:creationId xmlns:a16="http://schemas.microsoft.com/office/drawing/2014/main" id="{78982494-4DE3-5468-08CC-878A29F71B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" y="804519"/>
            <a:ext cx="7688803" cy="432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Fi Pineapple: продвинутый инструмент аудита беспроводных сетей |  Углубленное руководство по анализу безопасности » CyberSecureFox">
            <a:extLst>
              <a:ext uri="{FF2B5EF4-FFF2-40B4-BE49-F238E27FC236}">
                <a16:creationId xmlns:a16="http://schemas.microsoft.com/office/drawing/2014/main" id="{EB0D1987-C7E8-9AE5-8F7F-A3981884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946" y="804519"/>
            <a:ext cx="3708525" cy="24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61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E3C0C-2A7E-06DC-6BBD-B64C2508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291F27-F040-88B6-590C-40F6CCDE1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76130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{B40E1AF5-41AB-4D5A-AD4A-7688C4795235}TFc986dd65-aaf0-4d5c-bef9-9c391ee05f7b5669cfdc-fe16c7d7e3cd</Template>
  <TotalTime>6</TotalTime>
  <Words>3</Words>
  <Application>Microsoft Office PowerPoint</Application>
  <PresentationFormat>Широкоэкранный</PresentationFormat>
  <Paragraphs>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Галерея</vt:lpstr>
      <vt:lpstr>Pineapples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ububkm burry</dc:creator>
  <cp:lastModifiedBy>ububkm burry</cp:lastModifiedBy>
  <cp:revision>1</cp:revision>
  <dcterms:created xsi:type="dcterms:W3CDTF">2025-11-05T08:17:57Z</dcterms:created>
  <dcterms:modified xsi:type="dcterms:W3CDTF">2025-11-05T08:24:48Z</dcterms:modified>
</cp:coreProperties>
</file>